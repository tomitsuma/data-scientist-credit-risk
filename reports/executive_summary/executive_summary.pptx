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Sunculture Senior Data Scientist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segmentation uncovered high-value cohorts.</a:t>
            </a:r>
          </a:p>
          <a:p>
            <a:pPr lvl="1"/>
            <a:r>
              <a:t>Marketing strategy recommendations support targeted retention.</a:t>
            </a:r>
          </a:p>
          <a:p>
            <a:pPr lvl="1"/>
            <a:r>
              <a:t>Credit risk model readiness and monitoring plan defined.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